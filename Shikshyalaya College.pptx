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8A6678-2E91-42E6-BE1F-670C82957B64}" type="datetime1">
              <a:rPr lang="en-US" smtClean="0"/>
              <a:t>5/9/2025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306EA8-34F3-4AC8-B9BE-804C04979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25986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6BB85-6E8E-4E08-98B3-7D5911B3F49C}" type="datetime1">
              <a:rPr lang="en-US" smtClean="0"/>
              <a:t>5/9/2025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B67C38-0BAC-4E33-BE90-ACC122A69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466685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B67C38-0BAC-4E33-BE90-ACC122A69F5D}" type="slidenum">
              <a:rPr lang="en-US" smtClean="0"/>
              <a:t>1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13B4491C-5EB3-4AB1-A6B3-2AF101298047}" type="datetime1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3950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EF6BB85-6E8E-4E08-98B3-7D5911B3F49C}" type="datetime1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67C38-0BAC-4E33-BE90-ACC122A69F5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734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5/9/2025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3EB-761F-4029-8598-D3414E159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93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5/9/2025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3EB-761F-4029-8598-D3414E159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054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5/9/2025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3EB-761F-4029-8598-D3414E159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899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5/9/2025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3EB-761F-4029-8598-D3414E159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746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5/9/2025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3EB-761F-4029-8598-D3414E159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573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5/9/2025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3EB-761F-4029-8598-D3414E159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531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5/9/2025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3EB-761F-4029-8598-D3414E159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547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5/9/2025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3EB-761F-4029-8598-D3414E159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595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5/9/2025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3EB-761F-4029-8598-D3414E159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951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5/9/2025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3EB-761F-4029-8598-D3414E159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942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5/9/2025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3EB-761F-4029-8598-D3414E159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580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5/9/2025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0A83EB-761F-4029-8598-D3414E159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964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Shikshyalaya</a:t>
            </a:r>
            <a:r>
              <a:rPr lang="en-US" dirty="0" smtClean="0"/>
              <a:t> College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This is </a:t>
            </a:r>
            <a:r>
              <a:rPr lang="en-US" dirty="0" err="1" smtClean="0"/>
              <a:t>Powerpoint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This is </a:t>
            </a:r>
            <a:r>
              <a:rPr lang="en-US" dirty="0" err="1" smtClean="0"/>
              <a:t>Powerpoint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5/9/2025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3EB-761F-4029-8598-D3414E159C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806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28086" y="1845276"/>
            <a:ext cx="4885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This is </a:t>
            </a:r>
            <a:r>
              <a:rPr lang="en-US" dirty="0" err="1" smtClean="0"/>
              <a:t>Powerpoint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This is </a:t>
            </a:r>
            <a:r>
              <a:rPr lang="en-US" dirty="0" err="1" smtClean="0"/>
              <a:t>Powerpoint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5/9/2025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3EB-761F-4029-8598-D3414E159C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093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65622" y="1622854"/>
            <a:ext cx="64914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This is </a:t>
            </a:r>
            <a:r>
              <a:rPr lang="en-US" dirty="0" err="1" smtClean="0"/>
              <a:t>Powerpoint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This is </a:t>
            </a:r>
            <a:r>
              <a:rPr lang="en-US" dirty="0" err="1" smtClean="0"/>
              <a:t>Powerpoint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5/9/2025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3EB-761F-4029-8598-D3414E159C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774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28606"/>
              </p:ext>
            </p:extLst>
          </p:nvPr>
        </p:nvGraphicFramePr>
        <p:xfrm>
          <a:off x="2187833" y="3536887"/>
          <a:ext cx="6959600" cy="1143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609600"/>
                <a:gridCol w="609600"/>
                <a:gridCol w="609600"/>
                <a:gridCol w="660400"/>
                <a:gridCol w="685800"/>
                <a:gridCol w="609600"/>
                <a:gridCol w="609600"/>
                <a:gridCol w="736600"/>
                <a:gridCol w="609600"/>
                <a:gridCol w="609600"/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     S.No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Name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English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Maths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Computer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Economics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POM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Total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Percentage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Max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Min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Rajan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65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70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76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80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90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381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76.2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90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65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Anita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56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71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43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81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34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285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57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81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34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Sunita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87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72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67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82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23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331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66.2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87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23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Salman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90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73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43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83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56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345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69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90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43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Rosy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35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74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86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84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78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357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71.4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86</a:t>
                      </a:r>
                      <a:endParaRPr lang="en-US" sz="1100" b="1" i="0" u="none" strike="noStrike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35</a:t>
                      </a:r>
                      <a:endParaRPr lang="en-US" sz="1100" b="1" i="0" u="none" strike="noStrike" dirty="0">
                        <a:solidFill>
                          <a:srgbClr val="FA7D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869989" y="626076"/>
            <a:ext cx="7727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This is </a:t>
            </a:r>
            <a:r>
              <a:rPr lang="en-US" dirty="0" err="1" smtClean="0"/>
              <a:t>Powerpoint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This is </a:t>
            </a:r>
            <a:r>
              <a:rPr lang="en-US" dirty="0" err="1" smtClean="0"/>
              <a:t>Powerpoint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5/9/2025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3EB-761F-4029-8598-D3414E159C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699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116</Words>
  <Application>Microsoft Office PowerPoint</Application>
  <PresentationFormat>Widescreen</PresentationFormat>
  <Paragraphs>93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Shikshyalaya College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Shikshyalaya College</dc:title>
  <dc:creator>Student</dc:creator>
  <cp:lastModifiedBy>Student</cp:lastModifiedBy>
  <cp:revision>2</cp:revision>
  <dcterms:created xsi:type="dcterms:W3CDTF">2025-05-09T02:56:49Z</dcterms:created>
  <dcterms:modified xsi:type="dcterms:W3CDTF">2025-05-09T03:02:34Z</dcterms:modified>
</cp:coreProperties>
</file>